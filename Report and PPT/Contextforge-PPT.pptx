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701dab58a_0_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701dab58a_0_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701dab58a_0_2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701dab58a_0_2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701dab58a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701dab58a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701dab58a_0_4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701dab58a_0_4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10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Context-Forge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Divesh Saini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2210991527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Lalit K Sharma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Writing tests is tedious — developers skip them under deadline pressure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		No visibility into which functions are tested vs untested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Manual test gap analysis doesn't scale across large codebases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88" y="1874163"/>
            <a:ext cx="8436026" cy="18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425" y="3921700"/>
            <a:ext cx="313975" cy="15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ContextForge is an MCP server that plugs into your editor and automates test coverage analysis and test generation for Go repositories.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w you forgot the color &#10;for the same image just use this as color &#10;#ff3300"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13" y="2938672"/>
            <a:ext cx="8163775" cy="256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50" y="1611175"/>
            <a:ext cx="8925051" cy="36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4-Step Workflow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152700" y="1677163"/>
            <a:ext cx="8838600" cy="350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Start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Install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install github.com/diveshsaini1991/contextforge-2210991527/cmd/contextforge@latest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2. Add to Your Editor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"mcpServers": 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"contextforge": 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"command": "/Users/&lt;user&gt;/go/bin/contextforge"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3. Ask Your AI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"Analyze test coverage for my Go project at /path/to/repo"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 backgrount white &#10;plain white"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25" y="1109750"/>
            <a:ext cx="424150" cy="4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125" y="2153850"/>
            <a:ext cx="424150" cy="4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375" y="4872450"/>
            <a:ext cx="424150" cy="4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